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92000" cy="151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묘한특허_포스터_A3_3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151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